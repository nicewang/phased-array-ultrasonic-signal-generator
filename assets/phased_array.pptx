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4"/>
    <p:restoredTop sz="93447"/>
  </p:normalViewPr>
  <p:slideViewPr>
    <p:cSldViewPr snapToGrid="0" snapToObjects="1">
      <p:cViewPr>
        <p:scale>
          <a:sx n="80" d="100"/>
          <a:sy n="80" d="100"/>
        </p:scale>
        <p:origin x="400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265DA-BCCD-2C44-8B3E-69FE2FA98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476AE5-8D1D-7C4A-B4FD-6CA5014BC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2E987E-7C2F-9B43-A48D-9796FDF9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DB99B6-D7BB-9B4D-8ABB-973077536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95EC67-A3A9-9D45-ABEF-A0CDD566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655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28559-D163-D647-8ACF-7305ADFA7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7EB037-CE4F-D843-929C-6263D41C7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083C5B-AA56-104D-873B-FCE544A00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623BF7-69B9-B846-9B7B-9C541DE3D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A6F940-5B61-3042-8A6C-657AE5F3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8692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9B274-0F31-8745-98EC-081C58ED3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EA80F3-6D1B-C34A-A542-052EA97B6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B2AB7E-D53A-F94E-A30D-7703070E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8970D-E127-8A48-8957-6F40D7CD3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448126-75F5-434E-8296-A48880C87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446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3F0DE1-BFA0-6840-879C-0C413DD84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E620DB-5867-3541-A89E-7529EB6CF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898039-946A-274A-B2A0-7E6531EE0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EA037A-FFFC-0241-BA12-AF09F5DBF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555746-55B2-A646-94AE-0865AB85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7B1B57-2074-024B-9B97-A4411480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325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23B95-A9D9-4B45-84DC-C4BE10E6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F57923-37FB-F144-A0E6-91E0FF08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E06BCE-D659-6145-84C1-BA1FA5E16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4EAE73-835E-3845-8345-A9783E1C74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922B9B-4A5B-824C-AE46-784C8F00C8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E24DEC-3CD4-8540-8776-945CC884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62C6A5-F960-AB44-BF82-B3E0128F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2170063-0800-B34A-9CA6-D791C7CE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0964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CB515-3BF6-2E41-A8A5-71AA4D168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1FC69B6-57B3-BD41-AF27-6DA5354B4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23E3C9-6A64-C849-A34A-D8F12A65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763FCC-F734-CA4C-AFE3-5252F02B6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64900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E74D26-B6A2-1D44-8F77-DB4A75A44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A521C9-2902-E94F-A834-443403C3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BC5FC6-8528-BA4F-B503-D0624A38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2776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EACC9-0FC6-2947-8036-B1B682EEE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4C9277-CD91-9F4A-9B8D-D6D8E95B7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4DD1F9-ED34-DA42-970C-E2C799EAF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C78C61-7981-904C-B0AF-CDA1DD849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AC79D7-53FF-8A46-8FEE-F4EE8427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086286-7B6A-5946-A93B-04F64A43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705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2B653-5503-6744-BE67-3FA3B0CF4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FBAC12-F288-BE47-AF15-CFD9E1CEC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AA2CCA-9DE6-EF49-BAA8-06A680DE1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D1C37D-87D6-754D-BB35-B76A891A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BA8E85-DD22-C24F-833A-D844F5F77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FB76F4-9145-FB42-BB6A-2424B9C6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915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0FC19-3623-254A-9FF6-39E538A2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230088-6E09-DB47-BC36-521409E3E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2456A1-B6F8-684B-9C44-1F4E88CB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72B689-B836-FF4E-AA3E-DAB4C11FB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CAFD2F-7C8E-4242-AC0F-C5AC93A6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301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C7646B-EA4B-254C-8B48-3A4B39C57E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B3BD59-1F04-5D46-9E9F-E471CFA5A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7A1731-6CC7-3B4F-A8E9-E1B5B8A02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74748A-C411-1949-85A9-B53BF239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82BFD7-7125-C44C-A75B-46331DA9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009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494FC8-FBBD-B949-A7E5-0BB118E3F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D4CCF1-591D-B54E-BF7E-DBD0B9836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98C553-AADC-5D4C-8AC8-EFA0796B2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7E3BC-91D1-BC4D-B412-9727B1907535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B6812E-A973-2F47-A8F7-2F1F8E963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ADA61-2AD9-CD4D-860C-E81A6F4A4B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E1D9B-D1BD-164E-AB0F-9D1E0D6FD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303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92F1BAF-2C86-414C-B67C-80F1D55972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054" r="1861" b="8692"/>
          <a:stretch/>
        </p:blipFill>
        <p:spPr>
          <a:xfrm>
            <a:off x="6469266" y="2245612"/>
            <a:ext cx="4823460" cy="261747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DF3D10D6-7A36-324D-A8F2-45C9F09D6A03}"/>
              </a:ext>
            </a:extLst>
          </p:cNvPr>
          <p:cNvGrpSpPr/>
          <p:nvPr/>
        </p:nvGrpSpPr>
        <p:grpSpPr>
          <a:xfrm>
            <a:off x="963065" y="868824"/>
            <a:ext cx="4658868" cy="5308636"/>
            <a:chOff x="446315" y="606444"/>
            <a:chExt cx="4658868" cy="530863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3901D39-96CE-8044-A1F5-A706744272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5210" b="53422"/>
            <a:stretch/>
          </p:blipFill>
          <p:spPr>
            <a:xfrm>
              <a:off x="446315" y="1777619"/>
              <a:ext cx="4658868" cy="3028696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06C4582-50D6-4647-AA73-A95923254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9723" y="5010203"/>
              <a:ext cx="533400" cy="733425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C4714D4-F679-BA43-898B-7230D71F4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23083" y="5134029"/>
              <a:ext cx="1285875" cy="485775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1978678-BC55-E041-988E-3D225BDCC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4886" y="4838755"/>
              <a:ext cx="1276888" cy="1076325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74D3794-A640-5746-BF20-4764F070C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913" y="606444"/>
              <a:ext cx="1617175" cy="1272882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0F5CDE4-245E-674E-8E5D-1941680EB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29814" y="676363"/>
              <a:ext cx="952002" cy="1101256"/>
            </a:xfrm>
            <a:prstGeom prst="rect">
              <a:avLst/>
            </a:prstGeom>
          </p:spPr>
        </p:pic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F69BF08A-0251-1544-9060-F63753F27A35}"/>
              </a:ext>
            </a:extLst>
          </p:cNvPr>
          <p:cNvSpPr/>
          <p:nvPr/>
        </p:nvSpPr>
        <p:spPr>
          <a:xfrm>
            <a:off x="474134" y="211635"/>
            <a:ext cx="1143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Phased Array Ultrasound Signal Generator System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98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F4B67EA-5D48-6943-93B8-878072902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149350"/>
            <a:ext cx="6502400" cy="45593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5AF4407-E38A-4C4F-A2D1-282010A90C64}"/>
              </a:ext>
            </a:extLst>
          </p:cNvPr>
          <p:cNvSpPr/>
          <p:nvPr/>
        </p:nvSpPr>
        <p:spPr>
          <a:xfrm>
            <a:off x="474134" y="211635"/>
            <a:ext cx="1143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Phased Array Ultrasound Signal Generator System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52F74F0-2D17-1E4C-A06F-46B06519D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770" y="5535637"/>
            <a:ext cx="1276888" cy="1076325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7C698401-45EC-2845-8C12-B7376A69CF67}"/>
              </a:ext>
            </a:extLst>
          </p:cNvPr>
          <p:cNvSpPr/>
          <p:nvPr/>
        </p:nvSpPr>
        <p:spPr>
          <a:xfrm>
            <a:off x="4032814" y="5532637"/>
            <a:ext cx="290627" cy="326350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35">
            <a:extLst>
              <a:ext uri="{FF2B5EF4-FFF2-40B4-BE49-F238E27FC236}">
                <a16:creationId xmlns:a16="http://schemas.microsoft.com/office/drawing/2014/main" id="{1E41F0C8-4FC4-C243-8AA7-CCCBEBE8FA13}"/>
              </a:ext>
            </a:extLst>
          </p:cNvPr>
          <p:cNvCxnSpPr/>
          <p:nvPr/>
        </p:nvCxnSpPr>
        <p:spPr>
          <a:xfrm flipH="1" flipV="1">
            <a:off x="3610451" y="4916574"/>
            <a:ext cx="573978" cy="625584"/>
          </a:xfrm>
          <a:prstGeom prst="line">
            <a:avLst/>
          </a:pr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7EB03B1-3207-7E44-8040-12CCC7E0F381}"/>
              </a:ext>
            </a:extLst>
          </p:cNvPr>
          <p:cNvSpPr/>
          <p:nvPr/>
        </p:nvSpPr>
        <p:spPr>
          <a:xfrm>
            <a:off x="3814494" y="5880486"/>
            <a:ext cx="290627" cy="326350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肘形连接符 10">
            <a:extLst>
              <a:ext uri="{FF2B5EF4-FFF2-40B4-BE49-F238E27FC236}">
                <a16:creationId xmlns:a16="http://schemas.microsoft.com/office/drawing/2014/main" id="{BF7E2BE4-A41D-C04B-9030-C65E62DD15CE}"/>
              </a:ext>
            </a:extLst>
          </p:cNvPr>
          <p:cNvCxnSpPr>
            <a:stCxn id="10" idx="3"/>
          </p:cNvCxnSpPr>
          <p:nvPr/>
        </p:nvCxnSpPr>
        <p:spPr>
          <a:xfrm flipV="1">
            <a:off x="4105121" y="4968839"/>
            <a:ext cx="982839" cy="1074822"/>
          </a:xfrm>
          <a:prstGeom prst="bentConnector2">
            <a:avLst/>
          </a:pr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D198FB68-2FF0-DA48-BC51-31F9A9AC5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733" y="5550625"/>
            <a:ext cx="1285875" cy="485775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37CBDD46-D8CB-D04F-9AD6-3BCB66AA1C9E}"/>
              </a:ext>
            </a:extLst>
          </p:cNvPr>
          <p:cNvSpPr/>
          <p:nvPr/>
        </p:nvSpPr>
        <p:spPr>
          <a:xfrm>
            <a:off x="6460957" y="5723751"/>
            <a:ext cx="290627" cy="326350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C0312C4C-235B-D54A-B9E4-A6E44324CCA9}"/>
              </a:ext>
            </a:extLst>
          </p:cNvPr>
          <p:cNvSpPr/>
          <p:nvPr/>
        </p:nvSpPr>
        <p:spPr>
          <a:xfrm>
            <a:off x="6838478" y="5723751"/>
            <a:ext cx="290627" cy="326350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47">
            <a:extLst>
              <a:ext uri="{FF2B5EF4-FFF2-40B4-BE49-F238E27FC236}">
                <a16:creationId xmlns:a16="http://schemas.microsoft.com/office/drawing/2014/main" id="{B6B714BC-2E4F-6A48-8FD3-19D993B76F2F}"/>
              </a:ext>
            </a:extLst>
          </p:cNvPr>
          <p:cNvCxnSpPr/>
          <p:nvPr/>
        </p:nvCxnSpPr>
        <p:spPr>
          <a:xfrm flipV="1">
            <a:off x="6592535" y="4984533"/>
            <a:ext cx="230140" cy="718694"/>
          </a:xfrm>
          <a:prstGeom prst="line">
            <a:avLst/>
          </a:pr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49">
            <a:extLst>
              <a:ext uri="{FF2B5EF4-FFF2-40B4-BE49-F238E27FC236}">
                <a16:creationId xmlns:a16="http://schemas.microsoft.com/office/drawing/2014/main" id="{6F50E149-9A5F-CE4A-B231-7BFDFCBE9D6A}"/>
              </a:ext>
            </a:extLst>
          </p:cNvPr>
          <p:cNvCxnSpPr/>
          <p:nvPr/>
        </p:nvCxnSpPr>
        <p:spPr>
          <a:xfrm flipV="1">
            <a:off x="7010977" y="4959993"/>
            <a:ext cx="1113604" cy="773001"/>
          </a:xfrm>
          <a:prstGeom prst="line">
            <a:avLst/>
          </a:prstGeom>
          <a:ln w="2222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E9717242-F1C9-C24B-B0DE-B3C51F5EB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527" y="1404385"/>
            <a:ext cx="10795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61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</Words>
  <Application>Microsoft Macintosh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用户</cp:lastModifiedBy>
  <cp:revision>4</cp:revision>
  <dcterms:created xsi:type="dcterms:W3CDTF">2025-12-09T12:45:55Z</dcterms:created>
  <dcterms:modified xsi:type="dcterms:W3CDTF">2025-12-09T13:35:30Z</dcterms:modified>
</cp:coreProperties>
</file>