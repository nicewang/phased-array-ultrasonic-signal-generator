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4"/>
    <p:restoredTop sz="93447"/>
  </p:normalViewPr>
  <p:slideViewPr>
    <p:cSldViewPr snapToGrid="0" snapToObjects="1">
      <p:cViewPr varScale="1">
        <p:scale>
          <a:sx n="68" d="100"/>
          <a:sy n="68" d="100"/>
        </p:scale>
        <p:origin x="8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F265DA-BCCD-2C44-8B3E-69FE2FA98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1476AE5-8D1D-7C4A-B4FD-6CA5014BCC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2E987E-7C2F-9B43-A48D-9796FDF94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DB99B6-D7BB-9B4D-8ABB-97307753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95EC67-A3A9-9D45-ABEF-A0CDD566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96553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728559-D163-D647-8ACF-7305ADFA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7EB037-CE4F-D843-929C-6263D41C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083C5B-AA56-104D-873B-FCE544A00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623BF7-69B9-B846-9B7B-9C541DE3D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A6F940-5B61-3042-8A6C-657AE5F3A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8692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99B274-0F31-8745-98EC-081C58ED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EA80F3-6D1B-C34A-A542-052EA97B6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B2AB7E-D53A-F94E-A30D-7703070EA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48970D-E127-8A48-8957-6F40D7CD3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48126-75F5-434E-8296-A48880C87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24460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3F0DE1-BFA0-6840-879C-0C413DD8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E620DB-5867-3541-A89E-7529EB6CF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898039-946A-274A-B2A0-7E6531EE01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2EA037A-FFFC-0241-BA12-AF09F5DBF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555746-55B2-A646-94AE-0865AB85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7B1B57-2074-024B-9B97-A44114801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83251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C23B95-A9D9-4B45-84DC-C4BE10E60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0F57923-37FB-F144-A0E6-91E0FF08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E06BCE-D659-6145-84C1-BA1FA5E1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04EAE73-835E-3845-8345-A9783E1C7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922B9B-4A5B-824C-AE46-784C8F00C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3E24DEC-3CD4-8540-8776-945CC884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62C6A5-F960-AB44-BF82-B3E0128F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70063-0800-B34A-9CA6-D791C7CE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40964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CB515-3BF6-2E41-A8A5-71AA4D168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FC69B6-57B3-BD41-AF27-6DA5354B4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23E3C9-6A64-C849-A34A-D8F12A6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D763FCC-F734-CA4C-AFE3-5252F02B6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64900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EE74D26-B6A2-1D44-8F77-DB4A75A44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2A521C9-2902-E94F-A834-443403C3F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BC5FC6-8528-BA4F-B503-D0624A383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12776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4EACC9-0FC6-2947-8036-B1B682EEE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4C9277-CD91-9F4A-9B8D-D6D8E95B7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4DD1F9-ED34-DA42-970C-E2C799EAF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8C78C61-7981-904C-B0AF-CDA1DD849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AC79D7-53FF-8A46-8FEE-F4EE8427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086286-7B6A-5946-A93B-04F64A432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705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2B653-5503-6744-BE67-3FA3B0CF4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2FBAC12-F288-BE47-AF15-CFD9E1CEC5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AA2CCA-9DE6-EF49-BAA8-06A680DE1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D1C37D-87D6-754D-BB35-B76A891A3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BA8E85-DD22-C24F-833A-D844F5F77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FB76F4-9145-FB42-BB6A-2424B9C6D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915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0FC19-3623-254A-9FF6-39E538A2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9230088-6E09-DB47-BC36-521409E3EB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2456A1-B6F8-684B-9C44-1F4E88CB9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72B689-B836-FF4E-AA3E-DAB4C11FB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CAFD2F-7C8E-4242-AC0F-C5AC93A65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3013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6C7646B-EA4B-254C-8B48-3A4B39C57E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B3BD59-1F04-5D46-9E9F-E471CFA5A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7A1731-6CC7-3B4F-A8E9-E1B5B8A02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74748A-C411-1949-85A9-B53BF239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82BFD7-7125-C44C-A75B-46331DA9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09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9494FC8-FBBD-B949-A7E5-0BB118E3F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D4CCF1-591D-B54E-BF7E-DBD0B9836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8C553-AADC-5D4C-8AC8-EFA0796B27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7E3BC-91D1-BC4D-B412-9727B1907535}" type="datetimeFigureOut">
              <a:rPr kumimoji="1" lang="zh-CN" altLang="en-US" smtClean="0"/>
              <a:t>2025/12/10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B6812E-A973-2F47-A8F7-2F1F8E963C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0ADA61-2AD9-CD4D-860C-E81A6F4A4B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3036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emf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92F1BAF-2C86-414C-B67C-80F1D55972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054" r="1861" b="8692"/>
          <a:stretch/>
        </p:blipFill>
        <p:spPr>
          <a:xfrm>
            <a:off x="6469266" y="2245612"/>
            <a:ext cx="4823460" cy="2617470"/>
          </a:xfrm>
          <a:prstGeom prst="rect">
            <a:avLst/>
          </a:prstGeom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DF3D10D6-7A36-324D-A8F2-45C9F09D6A03}"/>
              </a:ext>
            </a:extLst>
          </p:cNvPr>
          <p:cNvGrpSpPr/>
          <p:nvPr/>
        </p:nvGrpSpPr>
        <p:grpSpPr>
          <a:xfrm>
            <a:off x="963065" y="868824"/>
            <a:ext cx="4658868" cy="5308636"/>
            <a:chOff x="446315" y="606444"/>
            <a:chExt cx="4658868" cy="5308636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3901D39-96CE-8044-A1F5-A706744272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5210" b="53422"/>
            <a:stretch/>
          </p:blipFill>
          <p:spPr>
            <a:xfrm>
              <a:off x="446315" y="1777619"/>
              <a:ext cx="4658868" cy="302869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06C4582-50D6-4647-AA73-A95923254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49723" y="5010203"/>
              <a:ext cx="533400" cy="733425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9C4714D4-F679-BA43-898B-7230D71F4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3083" y="5134029"/>
              <a:ext cx="1285875" cy="485775"/>
            </a:xfrm>
            <a:prstGeom prst="rect">
              <a:avLst/>
            </a:prstGeom>
          </p:spPr>
        </p:pic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31978678-BC55-E041-988E-3D225BDCC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886" y="4838755"/>
              <a:ext cx="1276888" cy="1076325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B74D3794-A640-5746-BF20-4764F070C3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5913" y="606444"/>
              <a:ext cx="1617175" cy="1272882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E0F5CDE4-245E-674E-8E5D-1941680EB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429814" y="676363"/>
              <a:ext cx="952002" cy="1101256"/>
            </a:xfrm>
            <a:prstGeom prst="rect">
              <a:avLst/>
            </a:prstGeom>
          </p:spPr>
        </p:pic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F69BF08A-0251-1544-9060-F63753F27A35}"/>
              </a:ext>
            </a:extLst>
          </p:cNvPr>
          <p:cNvSpPr/>
          <p:nvPr/>
        </p:nvSpPr>
        <p:spPr>
          <a:xfrm>
            <a:off x="474134" y="211635"/>
            <a:ext cx="11430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Phased Array Ultrasound Signal Generator System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984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F4B67EA-5D48-6943-93B8-878072902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1149350"/>
            <a:ext cx="6502400" cy="45593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4407-E38A-4C4F-A2D1-282010A90C64}"/>
              </a:ext>
            </a:extLst>
          </p:cNvPr>
          <p:cNvSpPr/>
          <p:nvPr/>
        </p:nvSpPr>
        <p:spPr>
          <a:xfrm>
            <a:off x="474134" y="211635"/>
            <a:ext cx="11430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Phased Array Ultrasound Signal Generator System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52F74F0-2D17-1E4C-A06F-46B06519D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770" y="5535637"/>
            <a:ext cx="1276888" cy="1076325"/>
          </a:xfrm>
          <a:prstGeom prst="rect">
            <a:avLst/>
          </a:prstGeom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7C698401-45EC-2845-8C12-B7376A69CF67}"/>
              </a:ext>
            </a:extLst>
          </p:cNvPr>
          <p:cNvSpPr/>
          <p:nvPr/>
        </p:nvSpPr>
        <p:spPr>
          <a:xfrm>
            <a:off x="4032814" y="5532637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35">
            <a:extLst>
              <a:ext uri="{FF2B5EF4-FFF2-40B4-BE49-F238E27FC236}">
                <a16:creationId xmlns:a16="http://schemas.microsoft.com/office/drawing/2014/main" id="{1E41F0C8-4FC4-C243-8AA7-CCCBEBE8FA13}"/>
              </a:ext>
            </a:extLst>
          </p:cNvPr>
          <p:cNvCxnSpPr/>
          <p:nvPr/>
        </p:nvCxnSpPr>
        <p:spPr>
          <a:xfrm flipH="1" flipV="1">
            <a:off x="3610451" y="4916574"/>
            <a:ext cx="573978" cy="625584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圆角矩形 9">
            <a:extLst>
              <a:ext uri="{FF2B5EF4-FFF2-40B4-BE49-F238E27FC236}">
                <a16:creationId xmlns:a16="http://schemas.microsoft.com/office/drawing/2014/main" id="{27EB03B1-3207-7E44-8040-12CCC7E0F381}"/>
              </a:ext>
            </a:extLst>
          </p:cNvPr>
          <p:cNvSpPr/>
          <p:nvPr/>
        </p:nvSpPr>
        <p:spPr>
          <a:xfrm>
            <a:off x="3814494" y="5880486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肘形连接符 10">
            <a:extLst>
              <a:ext uri="{FF2B5EF4-FFF2-40B4-BE49-F238E27FC236}">
                <a16:creationId xmlns:a16="http://schemas.microsoft.com/office/drawing/2014/main" id="{BF7E2BE4-A41D-C04B-9030-C65E62DD15CE}"/>
              </a:ext>
            </a:extLst>
          </p:cNvPr>
          <p:cNvCxnSpPr>
            <a:stCxn id="10" idx="3"/>
          </p:cNvCxnSpPr>
          <p:nvPr/>
        </p:nvCxnSpPr>
        <p:spPr>
          <a:xfrm flipV="1">
            <a:off x="4105121" y="4968839"/>
            <a:ext cx="982839" cy="1074822"/>
          </a:xfrm>
          <a:prstGeom prst="bentConnector2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D198FB68-2FF0-DA48-BC51-31F9A9AC5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4733" y="5550625"/>
            <a:ext cx="1285875" cy="485775"/>
          </a:xfrm>
          <a:prstGeom prst="rect">
            <a:avLst/>
          </a:prstGeom>
        </p:spPr>
      </p:pic>
      <p:sp>
        <p:nvSpPr>
          <p:cNvPr id="13" name="圆角矩形 12">
            <a:extLst>
              <a:ext uri="{FF2B5EF4-FFF2-40B4-BE49-F238E27FC236}">
                <a16:creationId xmlns:a16="http://schemas.microsoft.com/office/drawing/2014/main" id="{37CBDD46-D8CB-D04F-9AD6-3BCB66AA1C9E}"/>
              </a:ext>
            </a:extLst>
          </p:cNvPr>
          <p:cNvSpPr/>
          <p:nvPr/>
        </p:nvSpPr>
        <p:spPr>
          <a:xfrm>
            <a:off x="6460957" y="5723751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C0312C4C-235B-D54A-B9E4-A6E44324CCA9}"/>
              </a:ext>
            </a:extLst>
          </p:cNvPr>
          <p:cNvSpPr/>
          <p:nvPr/>
        </p:nvSpPr>
        <p:spPr>
          <a:xfrm>
            <a:off x="6838478" y="5723751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47">
            <a:extLst>
              <a:ext uri="{FF2B5EF4-FFF2-40B4-BE49-F238E27FC236}">
                <a16:creationId xmlns:a16="http://schemas.microsoft.com/office/drawing/2014/main" id="{B6B714BC-2E4F-6A48-8FD3-19D993B76F2F}"/>
              </a:ext>
            </a:extLst>
          </p:cNvPr>
          <p:cNvCxnSpPr/>
          <p:nvPr/>
        </p:nvCxnSpPr>
        <p:spPr>
          <a:xfrm flipV="1">
            <a:off x="6592535" y="4984533"/>
            <a:ext cx="230140" cy="718694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49">
            <a:extLst>
              <a:ext uri="{FF2B5EF4-FFF2-40B4-BE49-F238E27FC236}">
                <a16:creationId xmlns:a16="http://schemas.microsoft.com/office/drawing/2014/main" id="{6F50E149-9A5F-CE4A-B231-7BFDFCBE9D6A}"/>
              </a:ext>
            </a:extLst>
          </p:cNvPr>
          <p:cNvCxnSpPr/>
          <p:nvPr/>
        </p:nvCxnSpPr>
        <p:spPr>
          <a:xfrm flipV="1">
            <a:off x="7010977" y="4959993"/>
            <a:ext cx="1113604" cy="773001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E9717242-F1C9-C24B-B0DE-B3C51F5EB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527" y="1404385"/>
            <a:ext cx="10795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1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876C3220-9218-C34F-A9FE-01DA6D995E3B}"/>
              </a:ext>
            </a:extLst>
          </p:cNvPr>
          <p:cNvGrpSpPr/>
          <p:nvPr/>
        </p:nvGrpSpPr>
        <p:grpSpPr>
          <a:xfrm>
            <a:off x="3458845" y="574496"/>
            <a:ext cx="5274310" cy="5597881"/>
            <a:chOff x="3458845" y="574496"/>
            <a:chExt cx="5274310" cy="559788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50C8E161-061E-084E-A14A-FB549A1163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58845" y="1538287"/>
              <a:ext cx="5274310" cy="3781425"/>
              <a:chOff x="0" y="0"/>
              <a:chExt cx="8306" cy="5955"/>
            </a:xfrm>
          </p:grpSpPr>
          <p:sp>
            <p:nvSpPr>
              <p:cNvPr id="5" name="Rectangle 47">
                <a:extLst>
                  <a:ext uri="{FF2B5EF4-FFF2-40B4-BE49-F238E27FC236}">
                    <a16:creationId xmlns:a16="http://schemas.microsoft.com/office/drawing/2014/main" id="{749A0A70-A379-9847-B6A0-28748385F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8306" cy="5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" name="文本框 64">
                <a:extLst>
                  <a:ext uri="{FF2B5EF4-FFF2-40B4-BE49-F238E27FC236}">
                    <a16:creationId xmlns:a16="http://schemas.microsoft.com/office/drawing/2014/main" id="{85C50B7E-2A38-1947-8A9B-8386D6F97B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4737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4A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7" name="文本框 64">
                <a:extLst>
                  <a:ext uri="{FF2B5EF4-FFF2-40B4-BE49-F238E27FC236}">
                    <a16:creationId xmlns:a16="http://schemas.microsoft.com/office/drawing/2014/main" id="{796940D5-FD94-E64E-B760-F8C05E364B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1" y="475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52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8" name="文本框 64">
                <a:extLst>
                  <a:ext uri="{FF2B5EF4-FFF2-40B4-BE49-F238E27FC236}">
                    <a16:creationId xmlns:a16="http://schemas.microsoft.com/office/drawing/2014/main" id="{DC758D7A-F4A6-8642-9577-579A9E0CFC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3" y="475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42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9" name="文本框 64">
                <a:extLst>
                  <a:ext uri="{FF2B5EF4-FFF2-40B4-BE49-F238E27FC236}">
                    <a16:creationId xmlns:a16="http://schemas.microsoft.com/office/drawing/2014/main" id="{9965847D-13ED-F54A-905F-D77982B100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4018"/>
                <a:ext cx="555" cy="47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5A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0" name="文本框 64">
                <a:extLst>
                  <a:ext uri="{FF2B5EF4-FFF2-40B4-BE49-F238E27FC236}">
                    <a16:creationId xmlns:a16="http://schemas.microsoft.com/office/drawing/2014/main" id="{3CA606F4-7792-AD4C-BB30-E384D232DE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1" y="401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1C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1" name="文本框 64">
                <a:extLst>
                  <a:ext uri="{FF2B5EF4-FFF2-40B4-BE49-F238E27FC236}">
                    <a16:creationId xmlns:a16="http://schemas.microsoft.com/office/drawing/2014/main" id="{3A696B17-4687-584D-80B6-1A5AFEB9C0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48" y="403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08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2" name="文本框 64">
                <a:extLst>
                  <a:ext uri="{FF2B5EF4-FFF2-40B4-BE49-F238E27FC236}">
                    <a16:creationId xmlns:a16="http://schemas.microsoft.com/office/drawing/2014/main" id="{1917CC6F-6888-E040-9715-318B1D9805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3300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5E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3" name="文本框 64">
                <a:extLst>
                  <a:ext uri="{FF2B5EF4-FFF2-40B4-BE49-F238E27FC236}">
                    <a16:creationId xmlns:a16="http://schemas.microsoft.com/office/drawing/2014/main" id="{07E5E8D5-420F-5142-95CD-A29F6E34CC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1" y="3300"/>
                <a:ext cx="555" cy="47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18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4" name="文本框 64">
                <a:extLst>
                  <a:ext uri="{FF2B5EF4-FFF2-40B4-BE49-F238E27FC236}">
                    <a16:creationId xmlns:a16="http://schemas.microsoft.com/office/drawing/2014/main" id="{A5C65DC9-9F09-2A49-A47B-7DC8C466F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48" y="332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0C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5" name="文本框 64">
                <a:extLst>
                  <a:ext uri="{FF2B5EF4-FFF2-40B4-BE49-F238E27FC236}">
                    <a16:creationId xmlns:a16="http://schemas.microsoft.com/office/drawing/2014/main" id="{56EE0B9D-5992-6A41-A9FE-348E4DDE6F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260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0D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6" name="文本框 64">
                <a:extLst>
                  <a:ext uri="{FF2B5EF4-FFF2-40B4-BE49-F238E27FC236}">
                    <a16:creationId xmlns:a16="http://schemas.microsoft.com/office/drawing/2014/main" id="{0128ECD5-4F1D-D24A-8381-44B023E765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1" y="260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19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7" name="文本框 64">
                <a:extLst>
                  <a:ext uri="{FF2B5EF4-FFF2-40B4-BE49-F238E27FC236}">
                    <a16:creationId xmlns:a16="http://schemas.microsoft.com/office/drawing/2014/main" id="{147A75CD-7907-3842-8A27-2C7A12F21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48" y="260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16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8" name="文本框 64">
                <a:extLst>
                  <a:ext uri="{FF2B5EF4-FFF2-40B4-BE49-F238E27FC236}">
                    <a16:creationId xmlns:a16="http://schemas.microsoft.com/office/drawing/2014/main" id="{D2066F00-910A-E842-88B7-7DDCD1D6BF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188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09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19" name="文本框 64">
                <a:extLst>
                  <a:ext uri="{FF2B5EF4-FFF2-40B4-BE49-F238E27FC236}">
                    <a16:creationId xmlns:a16="http://schemas.microsoft.com/office/drawing/2014/main" id="{D19B86AB-82E7-DC43-A237-63CACA740E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1" y="188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15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0" name="文本框 64">
                <a:extLst>
                  <a:ext uri="{FF2B5EF4-FFF2-40B4-BE49-F238E27FC236}">
                    <a16:creationId xmlns:a16="http://schemas.microsoft.com/office/drawing/2014/main" id="{F5D3F2B5-028E-AD49-A611-67D98644D0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8" y="188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07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1" name="文本框 64">
                <a:extLst>
                  <a:ext uri="{FF2B5EF4-FFF2-40B4-BE49-F238E27FC236}">
                    <a16:creationId xmlns:a16="http://schemas.microsoft.com/office/drawing/2014/main" id="{BF81CDA0-6A8D-F247-9742-EE63583048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86" y="118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43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2" name="文本框 64">
                <a:extLst>
                  <a:ext uri="{FF2B5EF4-FFF2-40B4-BE49-F238E27FC236}">
                    <a16:creationId xmlns:a16="http://schemas.microsoft.com/office/drawing/2014/main" id="{9ADB74C7-BBF5-8040-A306-4F034D59E3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31" y="118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40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3" name="文本框 64">
                <a:extLst>
                  <a:ext uri="{FF2B5EF4-FFF2-40B4-BE49-F238E27FC236}">
                    <a16:creationId xmlns:a16="http://schemas.microsoft.com/office/drawing/2014/main" id="{2E3B152B-C37F-A948-9A16-0AC6AFB2E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3" y="118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44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4" name="文本框 64">
                <a:extLst>
                  <a:ext uri="{FF2B5EF4-FFF2-40B4-BE49-F238E27FC236}">
                    <a16:creationId xmlns:a16="http://schemas.microsoft.com/office/drawing/2014/main" id="{0C57D9D0-5972-584B-B7B9-B3EAE02B7E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58" y="46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47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5" name="文本框 64">
                <a:extLst>
                  <a:ext uri="{FF2B5EF4-FFF2-40B4-BE49-F238E27FC236}">
                    <a16:creationId xmlns:a16="http://schemas.microsoft.com/office/drawing/2014/main" id="{0C6FFC84-CDBF-C84B-AA61-27A71F405B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31" y="478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>
                    <a:effectLst/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46</a:t>
                </a:r>
                <a:endParaRPr lang="zh-CN" sz="1200">
                  <a:effectLst/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endParaRPr>
              </a:p>
            </p:txBody>
          </p:sp>
          <p:sp>
            <p:nvSpPr>
              <p:cNvPr id="26" name="文本框 64">
                <a:extLst>
                  <a:ext uri="{FF2B5EF4-FFF2-40B4-BE49-F238E27FC236}">
                    <a16:creationId xmlns:a16="http://schemas.microsoft.com/office/drawing/2014/main" id="{7596EE33-281C-9E4A-A3E3-591BFB590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8" y="463"/>
                <a:ext cx="555" cy="4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pPr algn="just">
                  <a:spcAft>
                    <a:spcPts val="0"/>
                  </a:spcAft>
                </a:pPr>
                <a:r>
                  <a:rPr lang="en-US" sz="1200" kern="100">
                    <a:effectLst/>
                    <a:latin typeface="Calibri" panose="020F0502020204030204" pitchFamily="34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45</a:t>
                </a:r>
                <a:endParaRPr lang="zh-CN" sz="1050" kern="100">
                  <a:effectLst/>
                  <a:latin typeface="Calibri" panose="020F0502020204030204" pitchFamily="34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D1B8A635-8EDA-B94F-B5DE-F117CE3EC9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0" y="0"/>
                <a:ext cx="3330" cy="56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8" name="圆角矩形 27">
                <a:extLst>
                  <a:ext uri="{FF2B5EF4-FFF2-40B4-BE49-F238E27FC236}">
                    <a16:creationId xmlns:a16="http://schemas.microsoft.com/office/drawing/2014/main" id="{A7A004BD-37BE-9043-9E87-6D435F75D2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70" y="75"/>
                <a:ext cx="2670" cy="5565"/>
              </a:xfrm>
              <a:prstGeom prst="roundRect">
                <a:avLst>
                  <a:gd name="adj" fmla="val 16667"/>
                </a:avLst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8FF2EBB1-A53C-3841-B231-6FD529BA7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0" y="390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46480D14-D7BE-6A41-8F94-C4D87DE5C8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3" y="390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1" name="椭圆 30">
                <a:extLst>
                  <a:ext uri="{FF2B5EF4-FFF2-40B4-BE49-F238E27FC236}">
                    <a16:creationId xmlns:a16="http://schemas.microsoft.com/office/drawing/2014/main" id="{0D834EA5-4477-4E48-890D-87F93286B9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28" y="37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2937D5D4-3536-8942-878F-3FEF630B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0" y="109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3" name="椭圆 32">
                <a:extLst>
                  <a:ext uri="{FF2B5EF4-FFF2-40B4-BE49-F238E27FC236}">
                    <a16:creationId xmlns:a16="http://schemas.microsoft.com/office/drawing/2014/main" id="{02D63E31-88B7-5F45-88F5-3C3D7C5F17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3" y="109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E118DA74-5AD3-4246-8714-19FB1E3F55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28" y="1078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5" name="椭圆 34">
                <a:extLst>
                  <a:ext uri="{FF2B5EF4-FFF2-40B4-BE49-F238E27FC236}">
                    <a16:creationId xmlns:a16="http://schemas.microsoft.com/office/drawing/2014/main" id="{F2B803A3-B92C-1944-8D24-40FFF25FD7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0" y="1796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D26BE5A1-C7A6-104C-A1F4-5F09DA8FC0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56" y="1796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3C851012-AE82-D04A-90CA-9AAC30070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11" y="1781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8" name="椭圆 37">
                <a:extLst>
                  <a:ext uri="{FF2B5EF4-FFF2-40B4-BE49-F238E27FC236}">
                    <a16:creationId xmlns:a16="http://schemas.microsoft.com/office/drawing/2014/main" id="{37F4BBB9-8413-594A-AF48-56ACE8D622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88" y="2518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9" name="椭圆 38">
                <a:extLst>
                  <a:ext uri="{FF2B5EF4-FFF2-40B4-BE49-F238E27FC236}">
                    <a16:creationId xmlns:a16="http://schemas.microsoft.com/office/drawing/2014/main" id="{6F32CAF8-9A0C-D14D-AE9F-37049FA8D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41" y="2518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0" name="椭圆 39">
                <a:extLst>
                  <a:ext uri="{FF2B5EF4-FFF2-40B4-BE49-F238E27FC236}">
                    <a16:creationId xmlns:a16="http://schemas.microsoft.com/office/drawing/2014/main" id="{910B6589-83DA-3845-AA64-8E31250BCF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6" y="250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1" name="椭圆 40">
                <a:extLst>
                  <a:ext uri="{FF2B5EF4-FFF2-40B4-BE49-F238E27FC236}">
                    <a16:creationId xmlns:a16="http://schemas.microsoft.com/office/drawing/2014/main" id="{EA006D59-0087-9B41-AAD4-C84DB9C217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3" y="322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DCB60565-B845-B942-A5EA-347ABB10E8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56" y="322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E41CFC96-7CC6-2A4E-9DA3-9BB406C38B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6" y="3223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4" name="椭圆 43">
                <a:extLst>
                  <a:ext uri="{FF2B5EF4-FFF2-40B4-BE49-F238E27FC236}">
                    <a16:creationId xmlns:a16="http://schemas.microsoft.com/office/drawing/2014/main" id="{4CF2134C-C8EF-EA42-A476-1AB0736F23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88" y="3941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5" name="椭圆 44">
                <a:extLst>
                  <a:ext uri="{FF2B5EF4-FFF2-40B4-BE49-F238E27FC236}">
                    <a16:creationId xmlns:a16="http://schemas.microsoft.com/office/drawing/2014/main" id="{86F974DD-222E-3B44-8FFD-63FCC16F7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41" y="3941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6" name="椭圆 45">
                <a:extLst>
                  <a:ext uri="{FF2B5EF4-FFF2-40B4-BE49-F238E27FC236}">
                    <a16:creationId xmlns:a16="http://schemas.microsoft.com/office/drawing/2014/main" id="{5765CAF1-B032-534E-AF9C-28BC7D39B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6" y="3926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2CE61B00-8C2E-424C-B5D0-9DC91291F7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3" y="4659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C2BBD82C-2738-B24B-8EAE-F0EF43CD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56" y="4659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2B2CAF04-B194-A446-87C0-61BF4476B2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11" y="4659"/>
                <a:ext cx="645" cy="630"/>
              </a:xfrm>
              <a:prstGeom prst="ellips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596E997-8214-6545-83FC-0EB10989157D}"/>
                </a:ext>
              </a:extLst>
            </p:cNvPr>
            <p:cNvSpPr/>
            <p:nvPr/>
          </p:nvSpPr>
          <p:spPr>
            <a:xfrm>
              <a:off x="4397358" y="2025942"/>
              <a:ext cx="352133" cy="31343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圆角矩形 50">
              <a:extLst>
                <a:ext uri="{FF2B5EF4-FFF2-40B4-BE49-F238E27FC236}">
                  <a16:creationId xmlns:a16="http://schemas.microsoft.com/office/drawing/2014/main" id="{23B1BAAC-D886-FE4A-9E02-E88DA77A8129}"/>
                </a:ext>
              </a:extLst>
            </p:cNvPr>
            <p:cNvSpPr/>
            <p:nvPr/>
          </p:nvSpPr>
          <p:spPr>
            <a:xfrm>
              <a:off x="5068936" y="2004442"/>
              <a:ext cx="404018" cy="33797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" name="直接连接符 7">
              <a:extLst>
                <a:ext uri="{FF2B5EF4-FFF2-40B4-BE49-F238E27FC236}">
                  <a16:creationId xmlns:a16="http://schemas.microsoft.com/office/drawing/2014/main" id="{F492D12A-7FF6-784E-AC88-0561B8BFB4B4}"/>
                </a:ext>
              </a:extLst>
            </p:cNvPr>
            <p:cNvCxnSpPr>
              <a:cxnSpLocks/>
              <a:stCxn id="50" idx="0"/>
            </p:cNvCxnSpPr>
            <p:nvPr/>
          </p:nvCxnSpPr>
          <p:spPr>
            <a:xfrm flipH="1" flipV="1">
              <a:off x="4417397" y="1264998"/>
              <a:ext cx="156028" cy="7609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9">
              <a:extLst>
                <a:ext uri="{FF2B5EF4-FFF2-40B4-BE49-F238E27FC236}">
                  <a16:creationId xmlns:a16="http://schemas.microsoft.com/office/drawing/2014/main" id="{9136DE8F-B4F7-BA43-8011-68CA844AF64B}"/>
                </a:ext>
              </a:extLst>
            </p:cNvPr>
            <p:cNvCxnSpPr>
              <a:cxnSpLocks/>
              <a:stCxn id="51" idx="0"/>
              <a:endCxn id="62" idx="2"/>
            </p:cNvCxnSpPr>
            <p:nvPr/>
          </p:nvCxnSpPr>
          <p:spPr>
            <a:xfrm flipV="1">
              <a:off x="5270945" y="1282382"/>
              <a:ext cx="2218484" cy="7220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B8A85D2-F1DF-3A4B-AC84-33B9175CE481}"/>
                </a:ext>
              </a:extLst>
            </p:cNvPr>
            <p:cNvSpPr txBox="1"/>
            <p:nvPr/>
          </p:nvSpPr>
          <p:spPr>
            <a:xfrm>
              <a:off x="3736207" y="625297"/>
              <a:ext cx="146360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 Phase Modulation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L 形 55">
              <a:extLst>
                <a:ext uri="{FF2B5EF4-FFF2-40B4-BE49-F238E27FC236}">
                  <a16:creationId xmlns:a16="http://schemas.microsoft.com/office/drawing/2014/main" id="{358D2D25-8F53-F64B-BD2C-5DB033201BD3}"/>
                </a:ext>
              </a:extLst>
            </p:cNvPr>
            <p:cNvSpPr/>
            <p:nvPr/>
          </p:nvSpPr>
          <p:spPr>
            <a:xfrm>
              <a:off x="4295745" y="2991801"/>
              <a:ext cx="1227427" cy="1564641"/>
            </a:xfrm>
            <a:prstGeom prst="corner">
              <a:avLst>
                <a:gd name="adj1" fmla="val 99751"/>
                <a:gd name="adj2" fmla="val 33904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连接符 18">
              <a:extLst>
                <a:ext uri="{FF2B5EF4-FFF2-40B4-BE49-F238E27FC236}">
                  <a16:creationId xmlns:a16="http://schemas.microsoft.com/office/drawing/2014/main" id="{D247363A-CEA3-6648-B1E5-4C76213DAB8B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flipH="1" flipV="1">
              <a:off x="4954270" y="4546283"/>
              <a:ext cx="1141730" cy="9182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L 形 58">
              <a:extLst>
                <a:ext uri="{FF2B5EF4-FFF2-40B4-BE49-F238E27FC236}">
                  <a16:creationId xmlns:a16="http://schemas.microsoft.com/office/drawing/2014/main" id="{73742FCF-5002-6B4F-9A55-D0B708C27434}"/>
                </a:ext>
              </a:extLst>
            </p:cNvPr>
            <p:cNvSpPr/>
            <p:nvPr/>
          </p:nvSpPr>
          <p:spPr>
            <a:xfrm>
              <a:off x="6525491" y="3109912"/>
              <a:ext cx="1573446" cy="1842769"/>
            </a:xfrm>
            <a:prstGeom prst="corner">
              <a:avLst>
                <a:gd name="adj1" fmla="val 88676"/>
                <a:gd name="adj2" fmla="val 33904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0" name="直接连接符 7">
              <a:extLst>
                <a:ext uri="{FF2B5EF4-FFF2-40B4-BE49-F238E27FC236}">
                  <a16:creationId xmlns:a16="http://schemas.microsoft.com/office/drawing/2014/main" id="{FF3F66C0-E466-4940-8E39-18FD57FE516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3424" y="1279236"/>
              <a:ext cx="2087635" cy="5360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7ECD893C-AF86-B641-B4FC-DE9D0A783C5C}"/>
                </a:ext>
              </a:extLst>
            </p:cNvPr>
            <p:cNvSpPr txBox="1"/>
            <p:nvPr/>
          </p:nvSpPr>
          <p:spPr>
            <a:xfrm>
              <a:off x="6436643" y="574496"/>
              <a:ext cx="210557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 Pulse</a:t>
              </a:r>
              <a:r>
                <a: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Width</a:t>
              </a:r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Modulation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9">
              <a:extLst>
                <a:ext uri="{FF2B5EF4-FFF2-40B4-BE49-F238E27FC236}">
                  <a16:creationId xmlns:a16="http://schemas.microsoft.com/office/drawing/2014/main" id="{38BAC3D4-4831-0D4B-9853-FBF74888C125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7686675" y="1264998"/>
              <a:ext cx="185738" cy="5101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8996458A-D193-194F-81F0-E7B54189B18D}"/>
                </a:ext>
              </a:extLst>
            </p:cNvPr>
            <p:cNvSpPr txBox="1"/>
            <p:nvPr/>
          </p:nvSpPr>
          <p:spPr>
            <a:xfrm>
              <a:off x="4895948" y="5464491"/>
              <a:ext cx="240010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Phase</a:t>
              </a:r>
              <a:r>
                <a: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&amp;</a:t>
              </a:r>
              <a:r>
                <a: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Pulse</a:t>
              </a:r>
              <a:r>
                <a: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Width</a:t>
              </a:r>
              <a:r>
                <a:rPr lang="en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Mode</a:t>
              </a:r>
              <a:r>
                <a: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Selection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0" name="直接连接符 18">
              <a:extLst>
                <a:ext uri="{FF2B5EF4-FFF2-40B4-BE49-F238E27FC236}">
                  <a16:creationId xmlns:a16="http://schemas.microsoft.com/office/drawing/2014/main" id="{38EA00CA-5C12-C84A-8413-073E3EFC71A0}"/>
                </a:ext>
              </a:extLst>
            </p:cNvPr>
            <p:cNvCxnSpPr>
              <a:cxnSpLocks/>
              <a:stCxn id="68" idx="0"/>
              <a:endCxn id="59" idx="1"/>
            </p:cNvCxnSpPr>
            <p:nvPr/>
          </p:nvCxnSpPr>
          <p:spPr>
            <a:xfrm flipV="1">
              <a:off x="6096000" y="4952681"/>
              <a:ext cx="1216214" cy="51181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9055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3D8C414-3AA9-F24A-80DC-044166D02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2355850"/>
            <a:ext cx="6502400" cy="214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75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48</Words>
  <Application>Microsoft Macintosh PowerPoint</Application>
  <PresentationFormat>宽屏</PresentationFormat>
  <Paragraphs>26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等线 Light</vt:lpstr>
      <vt:lpstr>宋体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Microsoft Office 用户</cp:lastModifiedBy>
  <cp:revision>8</cp:revision>
  <dcterms:created xsi:type="dcterms:W3CDTF">2025-12-09T12:45:55Z</dcterms:created>
  <dcterms:modified xsi:type="dcterms:W3CDTF">2025-12-10T10:02:14Z</dcterms:modified>
</cp:coreProperties>
</file>